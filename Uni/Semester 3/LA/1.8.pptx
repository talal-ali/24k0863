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101B2-5B4F-41B8-8B36-F8B5C187BBB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6682-E5CD-44A2-BB83-F4E2E052F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4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101B2-5B4F-41B8-8B36-F8B5C187BBB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6682-E5CD-44A2-BB83-F4E2E052F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7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101B2-5B4F-41B8-8B36-F8B5C187BBB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6682-E5CD-44A2-BB83-F4E2E052F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04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101B2-5B4F-41B8-8B36-F8B5C187BBB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6682-E5CD-44A2-BB83-F4E2E052F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3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101B2-5B4F-41B8-8B36-F8B5C187BBB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6682-E5CD-44A2-BB83-F4E2E052F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23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101B2-5B4F-41B8-8B36-F8B5C187BBB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6682-E5CD-44A2-BB83-F4E2E052F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31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101B2-5B4F-41B8-8B36-F8B5C187BBB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6682-E5CD-44A2-BB83-F4E2E052F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34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101B2-5B4F-41B8-8B36-F8B5C187BBB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6682-E5CD-44A2-BB83-F4E2E052F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49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101B2-5B4F-41B8-8B36-F8B5C187BBB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6682-E5CD-44A2-BB83-F4E2E052F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5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101B2-5B4F-41B8-8B36-F8B5C187BBB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6682-E5CD-44A2-BB83-F4E2E052F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18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101B2-5B4F-41B8-8B36-F8B5C187BBB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6682-E5CD-44A2-BB83-F4E2E052F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5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101B2-5B4F-41B8-8B36-F8B5C187BBB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96682-E5CD-44A2-BB83-F4E2E052F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8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41" y="448108"/>
            <a:ext cx="4305300" cy="4476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41" y="895783"/>
            <a:ext cx="10451523" cy="28726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90" y="3969760"/>
            <a:ext cx="10356273" cy="17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35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067" y="138546"/>
            <a:ext cx="8029575" cy="205393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067" y="2192482"/>
            <a:ext cx="922972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9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917" y="333807"/>
            <a:ext cx="9080356" cy="30189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917" y="3719512"/>
            <a:ext cx="9080356" cy="252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81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27" y="431222"/>
            <a:ext cx="10861964" cy="317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86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03" y="461096"/>
            <a:ext cx="4829175" cy="5048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03" y="1146030"/>
            <a:ext cx="10049741" cy="348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63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38" y="1177636"/>
            <a:ext cx="9850580" cy="288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9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61" y="326880"/>
            <a:ext cx="5695950" cy="523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69818" y="1000036"/>
                <a:ext cx="6096000" cy="83099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2400" dirty="0" smtClean="0"/>
                  <a:t>The standard matrix for a linear transformation 𝑇∶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 smtClean="0"/>
                  <a:t>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 smtClean="0"/>
                  <a:t> is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18" y="1000036"/>
                <a:ext cx="6096000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1500" t="-5882" r="-1100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873" y="1980314"/>
            <a:ext cx="5237018" cy="8793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818" y="3036635"/>
            <a:ext cx="10183091" cy="254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29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351" y="257175"/>
            <a:ext cx="9070831" cy="2076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030" y="2333625"/>
            <a:ext cx="8665152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3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326" y="1122218"/>
            <a:ext cx="9268691" cy="443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841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36" y="942110"/>
            <a:ext cx="9822873" cy="444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91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44" y="0"/>
            <a:ext cx="8853055" cy="253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150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53" y="167986"/>
            <a:ext cx="5781675" cy="4305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853" y="320386"/>
            <a:ext cx="5781675" cy="4305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53" y="4625686"/>
            <a:ext cx="6202074" cy="114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83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30" y="222105"/>
            <a:ext cx="2238375" cy="4286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84" y="1411859"/>
            <a:ext cx="10415589" cy="471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5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73" y="221674"/>
            <a:ext cx="10127672" cy="573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877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40290"/>
            <a:ext cx="2257425" cy="4476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18" y="886691"/>
            <a:ext cx="9961418" cy="48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4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4" y="512617"/>
            <a:ext cx="10210800" cy="587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26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61" y="318654"/>
            <a:ext cx="2114550" cy="457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29961" y="775854"/>
                <a:ext cx="6096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 smtClean="0"/>
                  <a:t>Matrix operators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that move points along arcs of circles centered at the origin are called rotation operators.</a:t>
                </a:r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961" y="775854"/>
                <a:ext cx="6096000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900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61" y="1579417"/>
            <a:ext cx="11254221" cy="343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32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82" y="720436"/>
            <a:ext cx="11152909" cy="455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14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46" y="124692"/>
            <a:ext cx="9282545" cy="13577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50" y="1482436"/>
            <a:ext cx="2973532" cy="10529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649" y="2535382"/>
            <a:ext cx="8986405" cy="9334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686" y="3588328"/>
            <a:ext cx="2405495" cy="133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907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207" y="337704"/>
            <a:ext cx="7778029" cy="723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207" y="1194955"/>
            <a:ext cx="5114925" cy="1143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207" y="2629333"/>
            <a:ext cx="7958138" cy="176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651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884" y="624752"/>
            <a:ext cx="8062480" cy="8022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821" y="1597168"/>
            <a:ext cx="2609850" cy="11144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821" y="2881743"/>
            <a:ext cx="6134100" cy="1019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4921" y="4166318"/>
            <a:ext cx="60579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37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586" y="474518"/>
            <a:ext cx="6134100" cy="1447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211" y="2074284"/>
            <a:ext cx="6086475" cy="10191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562" y="3245425"/>
            <a:ext cx="6076950" cy="1009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562" y="4473282"/>
            <a:ext cx="610552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019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12</Words>
  <Application>Microsoft Office PowerPoint</Application>
  <PresentationFormat>Widescreen</PresentationFormat>
  <Paragraphs>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 WORLD</dc:creator>
  <cp:lastModifiedBy>COMPUTER WORLD</cp:lastModifiedBy>
  <cp:revision>17</cp:revision>
  <dcterms:created xsi:type="dcterms:W3CDTF">2025-09-06T08:20:49Z</dcterms:created>
  <dcterms:modified xsi:type="dcterms:W3CDTF">2025-09-11T20:07:44Z</dcterms:modified>
</cp:coreProperties>
</file>