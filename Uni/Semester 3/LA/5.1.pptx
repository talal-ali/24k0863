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9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7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7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9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8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1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8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4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E00A5-86D5-4E16-B050-0A4F24C758F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FFD12-ED2B-4F78-AA48-C9581105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4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1" y="173614"/>
            <a:ext cx="4724400" cy="581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91" y="969818"/>
            <a:ext cx="8329180" cy="269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39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43" y="110403"/>
            <a:ext cx="4400550" cy="485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02" y="596178"/>
            <a:ext cx="8707582" cy="20115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03" y="2607685"/>
            <a:ext cx="7626061" cy="39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9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38" y="234660"/>
            <a:ext cx="7470198" cy="13863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32" y="1719694"/>
            <a:ext cx="7349404" cy="236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5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9" y="207818"/>
            <a:ext cx="7311303" cy="55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5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28" y="914400"/>
            <a:ext cx="8659090" cy="56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8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346" y="2355274"/>
            <a:ext cx="7272337" cy="122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73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2</cp:revision>
  <dcterms:created xsi:type="dcterms:W3CDTF">2025-11-14T11:22:45Z</dcterms:created>
  <dcterms:modified xsi:type="dcterms:W3CDTF">2025-11-14T11:23:38Z</dcterms:modified>
</cp:coreProperties>
</file>