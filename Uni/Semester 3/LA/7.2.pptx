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1" r:id="rId4"/>
    <p:sldId id="259" r:id="rId5"/>
    <p:sldId id="260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1411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98755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0220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457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7942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19614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300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25487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468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131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729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5E722-FD22-44C5-BE59-6FCC02711C67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A209E-3C8B-4BA4-9986-BB5123207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80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101" y="0"/>
            <a:ext cx="5667375" cy="7048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88" y="818111"/>
            <a:ext cx="7248525" cy="14478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15" y="2491826"/>
            <a:ext cx="6953250" cy="10763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2015" y="3794066"/>
            <a:ext cx="728662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77189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340" y="222625"/>
            <a:ext cx="7362825" cy="18573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340" y="2448272"/>
            <a:ext cx="761047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6772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4087" y="1057275"/>
            <a:ext cx="7743825" cy="4743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508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2662" y="295275"/>
            <a:ext cx="7686675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25856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5075" y="2462212"/>
            <a:ext cx="7181850" cy="1933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5922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91" y="315796"/>
            <a:ext cx="3019425" cy="52387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474" y="1201189"/>
            <a:ext cx="5686425" cy="274320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311" y="1029393"/>
            <a:ext cx="5686425" cy="27432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6935" y="3772593"/>
            <a:ext cx="5591175" cy="1571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130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5525" y="481012"/>
            <a:ext cx="7600950" cy="5895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093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441" y="391131"/>
            <a:ext cx="7210425" cy="195262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9755" y="2343756"/>
            <a:ext cx="7591425" cy="422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47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67" y="532014"/>
            <a:ext cx="9609513" cy="6051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760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1525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Ms. Uzma Saleh</dc:creator>
  <cp:lastModifiedBy>Ms. Uzma Saleh</cp:lastModifiedBy>
  <cp:revision>5</cp:revision>
  <dcterms:created xsi:type="dcterms:W3CDTF">2025-11-25T04:19:25Z</dcterms:created>
  <dcterms:modified xsi:type="dcterms:W3CDTF">2025-11-26T05:44:37Z</dcterms:modified>
</cp:coreProperties>
</file>