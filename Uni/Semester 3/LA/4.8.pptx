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62" r:id="rId4"/>
    <p:sldId id="263" r:id="rId5"/>
    <p:sldId id="259" r:id="rId6"/>
    <p:sldId id="260" r:id="rId7"/>
    <p:sldId id="261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7F0B2-A40A-4952-BA14-6B1203806BE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08B1-0A19-4EA0-AAE4-17EE42BB1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0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7F0B2-A40A-4952-BA14-6B1203806BE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08B1-0A19-4EA0-AAE4-17EE42BB1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78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7F0B2-A40A-4952-BA14-6B1203806BE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08B1-0A19-4EA0-AAE4-17EE42BB1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51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7F0B2-A40A-4952-BA14-6B1203806BE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08B1-0A19-4EA0-AAE4-17EE42BB1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76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7F0B2-A40A-4952-BA14-6B1203806BE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08B1-0A19-4EA0-AAE4-17EE42BB1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37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7F0B2-A40A-4952-BA14-6B1203806BE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08B1-0A19-4EA0-AAE4-17EE42BB1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3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7F0B2-A40A-4952-BA14-6B1203806BE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08B1-0A19-4EA0-AAE4-17EE42BB1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92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7F0B2-A40A-4952-BA14-6B1203806BE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08B1-0A19-4EA0-AAE4-17EE42BB1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60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7F0B2-A40A-4952-BA14-6B1203806BE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08B1-0A19-4EA0-AAE4-17EE42BB1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92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7F0B2-A40A-4952-BA14-6B1203806BE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08B1-0A19-4EA0-AAE4-17EE42BB1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69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7F0B2-A40A-4952-BA14-6B1203806BE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308B1-0A19-4EA0-AAE4-17EE42BB1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445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7F0B2-A40A-4952-BA14-6B1203806BE1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308B1-0A19-4EA0-AAE4-17EE42BB14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82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10" y="133927"/>
            <a:ext cx="5572125" cy="1066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52" y="1510578"/>
            <a:ext cx="7143750" cy="19526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14" y="3842616"/>
            <a:ext cx="713422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95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1223962"/>
            <a:ext cx="704850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88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23" y="290945"/>
            <a:ext cx="5753100" cy="457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23" y="748145"/>
            <a:ext cx="7962900" cy="1714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23" y="2462645"/>
            <a:ext cx="864870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4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" y="168130"/>
            <a:ext cx="7962900" cy="39909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92" y="4344554"/>
            <a:ext cx="709612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83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9" y="240001"/>
            <a:ext cx="6781800" cy="4667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60" y="896794"/>
            <a:ext cx="7743825" cy="704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51" y="1791712"/>
            <a:ext cx="772477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745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76200"/>
            <a:ext cx="5943600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18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23" y="290800"/>
            <a:ext cx="5905500" cy="19907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98" y="2693843"/>
            <a:ext cx="591502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805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055" y="101600"/>
            <a:ext cx="8248072" cy="675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1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2</cp:revision>
  <dcterms:created xsi:type="dcterms:W3CDTF">2025-11-03T10:36:58Z</dcterms:created>
  <dcterms:modified xsi:type="dcterms:W3CDTF">2025-11-03T10:47:25Z</dcterms:modified>
</cp:coreProperties>
</file>