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60" r:id="rId4"/>
    <p:sldId id="261" r:id="rId5"/>
    <p:sldId id="262" r:id="rId6"/>
    <p:sldId id="26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2C64F-6DBB-495A-AF53-5AD2F00F2F37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D7665-4436-47EF-8FBA-28162A7C68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195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2C64F-6DBB-495A-AF53-5AD2F00F2F37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D7665-4436-47EF-8FBA-28162A7C68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8532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2C64F-6DBB-495A-AF53-5AD2F00F2F37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D7665-4436-47EF-8FBA-28162A7C68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4678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2C64F-6DBB-495A-AF53-5AD2F00F2F37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D7665-4436-47EF-8FBA-28162A7C68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8787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2C64F-6DBB-495A-AF53-5AD2F00F2F37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D7665-4436-47EF-8FBA-28162A7C68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819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2C64F-6DBB-495A-AF53-5AD2F00F2F37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D7665-4436-47EF-8FBA-28162A7C68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6778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2C64F-6DBB-495A-AF53-5AD2F00F2F37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D7665-4436-47EF-8FBA-28162A7C68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5324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2C64F-6DBB-495A-AF53-5AD2F00F2F37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D7665-4436-47EF-8FBA-28162A7C68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051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2C64F-6DBB-495A-AF53-5AD2F00F2F37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D7665-4436-47EF-8FBA-28162A7C68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9476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2C64F-6DBB-495A-AF53-5AD2F00F2F37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D7665-4436-47EF-8FBA-28162A7C68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6201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2C64F-6DBB-495A-AF53-5AD2F00F2F37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D7665-4436-47EF-8FBA-28162A7C68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6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32C64F-6DBB-495A-AF53-5AD2F00F2F37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ED7665-4436-47EF-8FBA-28162A7C68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703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192" y="240377"/>
            <a:ext cx="6515100" cy="9906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411" y="1352550"/>
            <a:ext cx="2838450" cy="4953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0245" y="1969423"/>
            <a:ext cx="3086100" cy="6000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0245" y="2847888"/>
            <a:ext cx="5000625" cy="12287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10245" y="4317595"/>
            <a:ext cx="5353050" cy="1466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0210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9362" y="1685925"/>
            <a:ext cx="7153275" cy="3486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408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8132" y="2220364"/>
            <a:ext cx="7086600" cy="1619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7149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674" y="194656"/>
            <a:ext cx="1866900" cy="5334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697" y="965835"/>
            <a:ext cx="7096125" cy="108585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674" y="2402032"/>
            <a:ext cx="7086600" cy="255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4275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415" y="178983"/>
            <a:ext cx="7115175" cy="254317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415" y="3084888"/>
            <a:ext cx="7143750" cy="1619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16166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841" y="755072"/>
            <a:ext cx="7077075" cy="15240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841" y="250247"/>
            <a:ext cx="3286125" cy="50482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078" y="2361681"/>
            <a:ext cx="7086600" cy="16192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3078" y="4149003"/>
            <a:ext cx="7077075" cy="1552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1660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Ms. Uzma Saleh</dc:creator>
  <cp:lastModifiedBy>Ms. Uzma Saleh</cp:lastModifiedBy>
  <cp:revision>5</cp:revision>
  <dcterms:created xsi:type="dcterms:W3CDTF">2025-11-17T10:07:31Z</dcterms:created>
  <dcterms:modified xsi:type="dcterms:W3CDTF">2025-11-17T10:31:45Z</dcterms:modified>
</cp:coreProperties>
</file>