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1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1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3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9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5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2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8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22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2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8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80948-74AF-4537-B5AC-1C4804EBDCB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C746D-BE69-4626-A124-138C7E85D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8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17" y="64943"/>
            <a:ext cx="3648075" cy="742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693" y="807892"/>
            <a:ext cx="5330613" cy="599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6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1490662"/>
            <a:ext cx="751522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8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941" y="646834"/>
            <a:ext cx="7800975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350" y="2706918"/>
            <a:ext cx="55340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0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3" y="119841"/>
            <a:ext cx="7105650" cy="1447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758" y="1641070"/>
            <a:ext cx="5187623" cy="513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72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667" y="336668"/>
            <a:ext cx="5141917" cy="607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83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1</cp:revision>
  <dcterms:created xsi:type="dcterms:W3CDTF">2025-12-01T03:50:59Z</dcterms:created>
  <dcterms:modified xsi:type="dcterms:W3CDTF">2025-12-01T03:51:09Z</dcterms:modified>
</cp:coreProperties>
</file>