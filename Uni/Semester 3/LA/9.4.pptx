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8" r:id="rId4"/>
    <p:sldId id="259" r:id="rId5"/>
    <p:sldId id="263" r:id="rId6"/>
    <p:sldId id="262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62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6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5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5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7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64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6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3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0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6E7B3-6FFB-4FF1-B324-7D0F6CF49BA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97DAE-CBC2-47DB-AFCB-792F905672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68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68" y="240809"/>
            <a:ext cx="5905500" cy="6572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88" y="1001511"/>
            <a:ext cx="7162800" cy="1962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88" y="3067138"/>
            <a:ext cx="72009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4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69" y="1684020"/>
            <a:ext cx="72199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1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64" y="1970982"/>
            <a:ext cx="7934325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2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50" y="532014"/>
            <a:ext cx="10058400" cy="57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24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42" y="400655"/>
            <a:ext cx="70294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55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279" y="181068"/>
            <a:ext cx="5183441" cy="657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8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684" y="90533"/>
            <a:ext cx="5496951" cy="670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2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797" y="99587"/>
            <a:ext cx="6274405" cy="664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61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4</cp:revision>
  <dcterms:created xsi:type="dcterms:W3CDTF">2025-12-02T03:16:30Z</dcterms:created>
  <dcterms:modified xsi:type="dcterms:W3CDTF">2025-12-03T05:40:18Z</dcterms:modified>
</cp:coreProperties>
</file>