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9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2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6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1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9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9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4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9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4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5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2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F81F0-1A3F-497E-B9A9-5A807D6282D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E24F7-A1DE-430E-A789-47019293D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7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21" y="229466"/>
            <a:ext cx="2314575" cy="55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21" y="914401"/>
            <a:ext cx="8991600" cy="17339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22" y="2930235"/>
            <a:ext cx="8991599" cy="294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18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127" y="1330036"/>
            <a:ext cx="9296399" cy="3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4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45" y="193963"/>
            <a:ext cx="8936181" cy="24245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559" y="3008600"/>
            <a:ext cx="56007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8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216910"/>
            <a:ext cx="10972799" cy="22630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457" y="2829357"/>
            <a:ext cx="3639416" cy="29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82" y="1537855"/>
            <a:ext cx="8645235" cy="37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3" y="263236"/>
            <a:ext cx="10778836" cy="24565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3075709"/>
            <a:ext cx="3718646" cy="292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8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1717964"/>
            <a:ext cx="10709563" cy="334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1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08" y="831273"/>
            <a:ext cx="1003069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0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3</cp:revision>
  <dcterms:created xsi:type="dcterms:W3CDTF">2025-10-04T18:49:03Z</dcterms:created>
  <dcterms:modified xsi:type="dcterms:W3CDTF">2025-10-04T19:47:50Z</dcterms:modified>
</cp:coreProperties>
</file>