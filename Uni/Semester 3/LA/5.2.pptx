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9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1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1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1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639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15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11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33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10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4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6B57C-0F65-4784-9B65-44B3AD6BB47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B8DBA-9768-453D-8710-E7C5501F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1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05" y="132743"/>
            <a:ext cx="3552825" cy="6572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70" y="944274"/>
            <a:ext cx="7096125" cy="1228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70" y="2469918"/>
            <a:ext cx="7058025" cy="148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620" y="4184505"/>
            <a:ext cx="707707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33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69" y="386888"/>
            <a:ext cx="7134225" cy="1562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35" y="2096020"/>
            <a:ext cx="4867275" cy="438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78835" y="2595942"/>
                <a:ext cx="8168583" cy="18211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dirty="0" smtClean="0"/>
                  <a:t>Find eigenvalues. </a:t>
                </a:r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 smtClean="0"/>
                  <a:t>Find bases(linearly independent eigenvectors) corresponding to each eigenvalue. </a:t>
                </a:r>
              </a:p>
              <a:p>
                <a:r>
                  <a:rPr lang="en-US" dirty="0" smtClean="0"/>
                  <a:t>If “n” linearly independent eigenvectors the matrix is diagonalizable, otherwise not.</a:t>
                </a:r>
              </a:p>
              <a:p>
                <a:r>
                  <a:rPr lang="en-US" dirty="0" smtClean="0"/>
                  <a:t>3. Construct P using bases vectors.</a:t>
                </a:r>
              </a:p>
              <a:p>
                <a:r>
                  <a:rPr lang="en-US" dirty="0" smtClean="0"/>
                  <a:t>4. Find inverse of P.</a:t>
                </a:r>
              </a:p>
              <a:p>
                <a:r>
                  <a:rPr lang="en-US" dirty="0" smtClean="0"/>
                  <a:t>5.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 smtClean="0"/>
                  <a:t> , D is a diagonal matrix.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35" y="2595942"/>
                <a:ext cx="8168583" cy="1821140"/>
              </a:xfrm>
              <a:prstGeom prst="rect">
                <a:avLst/>
              </a:prstGeom>
              <a:blipFill>
                <a:blip r:embed="rId4"/>
                <a:stretch>
                  <a:fillRect l="-597" t="-2007" b="-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010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09" y="223837"/>
            <a:ext cx="7181850" cy="2905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09" y="3198283"/>
            <a:ext cx="718185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6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512" y="1033462"/>
            <a:ext cx="703897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11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275" y="2028825"/>
            <a:ext cx="702945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6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69" y="282544"/>
            <a:ext cx="7105650" cy="1295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69" y="2006993"/>
            <a:ext cx="710565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35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94" y="155607"/>
            <a:ext cx="4133850" cy="571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69" y="835748"/>
            <a:ext cx="3762375" cy="13620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315" y="155607"/>
            <a:ext cx="7048500" cy="656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45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05" y="290937"/>
            <a:ext cx="4619625" cy="5905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5762" y="881487"/>
            <a:ext cx="104871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Algebraic multiplicity</a:t>
            </a:r>
            <a:r>
              <a:rPr lang="en-US" dirty="0" smtClean="0"/>
              <a:t>: Number of times an eigenvalue appears as a root of characteristic equation of a matrix.</a:t>
            </a:r>
          </a:p>
          <a:p>
            <a:r>
              <a:rPr lang="en-US" b="1" dirty="0" smtClean="0"/>
              <a:t>Geometric multiplicity:</a:t>
            </a:r>
            <a:r>
              <a:rPr lang="en-US" dirty="0" smtClean="0"/>
              <a:t> Dimension of </a:t>
            </a:r>
            <a:r>
              <a:rPr lang="en-US" dirty="0" err="1" smtClean="0"/>
              <a:t>eigenspace</a:t>
            </a:r>
            <a:r>
              <a:rPr lang="en-US" dirty="0" smtClean="0"/>
              <a:t> corresponding to eigenvalue.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62" y="1661168"/>
            <a:ext cx="1838325" cy="457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615762" y="2251718"/>
                <a:ext cx="8621976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If </a:t>
                </a:r>
                <a:r>
                  <a:rPr lang="en-US" dirty="0"/>
                  <a:t>𝐴 is a square matrix, </a:t>
                </a:r>
                <a:r>
                  <a:rPr lang="en-US" dirty="0" smtClean="0"/>
                  <a:t>then for each eigenvalue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r>
                  <a:rPr lang="en-US" dirty="0" smtClean="0"/>
                  <a:t>a. Geometric multiplicity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algebraic multiplicity.</a:t>
                </a:r>
              </a:p>
              <a:p>
                <a:r>
                  <a:rPr lang="en-US" dirty="0" smtClean="0"/>
                  <a:t>b. A is diagonalizable </a:t>
                </a:r>
                <a:r>
                  <a:rPr lang="en-US" dirty="0" err="1" smtClean="0"/>
                  <a:t>iff</a:t>
                </a:r>
                <a:r>
                  <a:rPr lang="en-US" dirty="0" smtClean="0"/>
                  <a:t> algebraic and geometric multiplicities are equal for all eigenvalues.</a:t>
                </a:r>
                <a:endParaRPr lang="en-US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62" y="2251718"/>
                <a:ext cx="8621976" cy="923330"/>
              </a:xfrm>
              <a:prstGeom prst="rect">
                <a:avLst/>
              </a:prstGeom>
              <a:blipFill>
                <a:blip r:embed="rId4"/>
                <a:stretch>
                  <a:fillRect l="-566" t="-4605" r="-56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37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111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9</cp:revision>
  <dcterms:created xsi:type="dcterms:W3CDTF">2025-11-10T08:05:55Z</dcterms:created>
  <dcterms:modified xsi:type="dcterms:W3CDTF">2025-11-13T10:41:31Z</dcterms:modified>
</cp:coreProperties>
</file>