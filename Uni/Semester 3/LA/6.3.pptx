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7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3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6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4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8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0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7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FDCBD-DC69-4E2C-8FC5-93059522B8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4EC1-7888-4D88-A00C-62DE71083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1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5" y="131184"/>
            <a:ext cx="4924425" cy="942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73" y="1189759"/>
            <a:ext cx="4429125" cy="571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835" y="2518410"/>
            <a:ext cx="72771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5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2400300"/>
            <a:ext cx="70770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5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457325"/>
            <a:ext cx="72390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2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40" y="445337"/>
            <a:ext cx="7153275" cy="1362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40" y="1927600"/>
            <a:ext cx="71913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2119312"/>
            <a:ext cx="71437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7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2000250"/>
            <a:ext cx="71818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0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252" y="92306"/>
            <a:ext cx="7267575" cy="3448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139" y="3286818"/>
            <a:ext cx="75438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3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7" y="704850"/>
            <a:ext cx="73628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4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1666875"/>
            <a:ext cx="70961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2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3" y="389399"/>
            <a:ext cx="3019425" cy="542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80" y="1137631"/>
            <a:ext cx="7258050" cy="2305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2" y="3647988"/>
            <a:ext cx="2266950" cy="57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2" y="4358033"/>
            <a:ext cx="2667000" cy="619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836" y="4074276"/>
            <a:ext cx="24669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37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2038350"/>
            <a:ext cx="71818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3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1238250"/>
            <a:ext cx="74390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6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2" y="148330"/>
            <a:ext cx="3543300" cy="542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42" y="691255"/>
            <a:ext cx="7181850" cy="1200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42" y="2091344"/>
            <a:ext cx="72104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1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57" y="108065"/>
            <a:ext cx="7505700" cy="647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83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7" y="563707"/>
            <a:ext cx="621030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48" y="3033366"/>
            <a:ext cx="71151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3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56" y="273107"/>
            <a:ext cx="2428875" cy="476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6" y="877512"/>
            <a:ext cx="7143750" cy="2343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637" y="3636125"/>
            <a:ext cx="341947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0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446" y="318308"/>
            <a:ext cx="755332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89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524000"/>
            <a:ext cx="72104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0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7</cp:revision>
  <dcterms:created xsi:type="dcterms:W3CDTF">2025-11-20T10:33:50Z</dcterms:created>
  <dcterms:modified xsi:type="dcterms:W3CDTF">2025-11-25T03:29:21Z</dcterms:modified>
</cp:coreProperties>
</file>