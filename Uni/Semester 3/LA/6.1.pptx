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4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4EF1-EBAD-4A3E-B6B6-369085EFEF1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12AA-9E65-48B2-90B8-CCFC8C46C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22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4EF1-EBAD-4A3E-B6B6-369085EFEF1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12AA-9E65-48B2-90B8-CCFC8C46C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9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4EF1-EBAD-4A3E-B6B6-369085EFEF1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12AA-9E65-48B2-90B8-CCFC8C46C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02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4EF1-EBAD-4A3E-B6B6-369085EFEF1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12AA-9E65-48B2-90B8-CCFC8C46C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06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4EF1-EBAD-4A3E-B6B6-369085EFEF1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12AA-9E65-48B2-90B8-CCFC8C46C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49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4EF1-EBAD-4A3E-B6B6-369085EFEF1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12AA-9E65-48B2-90B8-CCFC8C46C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82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4EF1-EBAD-4A3E-B6B6-369085EFEF1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12AA-9E65-48B2-90B8-CCFC8C46C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5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4EF1-EBAD-4A3E-B6B6-369085EFEF1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12AA-9E65-48B2-90B8-CCFC8C46C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04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4EF1-EBAD-4A3E-B6B6-369085EFEF1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12AA-9E65-48B2-90B8-CCFC8C46C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92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4EF1-EBAD-4A3E-B6B6-369085EFEF1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12AA-9E65-48B2-90B8-CCFC8C46C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4EF1-EBAD-4A3E-B6B6-369085EFEF1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012AA-9E65-48B2-90B8-CCFC8C46C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2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614EF1-EBAD-4A3E-B6B6-369085EFEF1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012AA-9E65-48B2-90B8-CCFC8C46C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0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0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78" y="199159"/>
            <a:ext cx="3429000" cy="723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671" y="1413337"/>
            <a:ext cx="7096125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008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22428" y="160312"/>
                <a:ext cx="61777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 smtClean="0"/>
                  <a:t>Euclidean inner product (or the standard inner product)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28" y="160312"/>
                <a:ext cx="6177781" cy="369332"/>
              </a:xfrm>
              <a:prstGeom prst="rect">
                <a:avLst/>
              </a:prstGeom>
              <a:blipFill>
                <a:blip r:embed="rId2"/>
                <a:stretch>
                  <a:fillRect l="-888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590" y="715934"/>
            <a:ext cx="3695700" cy="571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986" y="1401300"/>
            <a:ext cx="3352800" cy="4476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413" y="1962841"/>
            <a:ext cx="7791450" cy="13620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04209" y="343878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D</a:t>
            </a:r>
            <a:r>
              <a:rPr lang="en-US" b="1" dirty="0" smtClean="0"/>
              <a:t>istance between two vectors is denoted by d(u, v) and is defined by</a:t>
            </a:r>
            <a:endParaRPr lang="en-US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3590" y="3851750"/>
            <a:ext cx="3200400" cy="4667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034" y="4630102"/>
            <a:ext cx="6610350" cy="14382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428" y="6094028"/>
            <a:ext cx="351472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19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05" y="414424"/>
            <a:ext cx="7134225" cy="23050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20931" y="2803897"/>
                <a:ext cx="6096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b="1" dirty="0" smtClean="0"/>
                  <a:t>Weighted Euclidean inner product</a:t>
                </a:r>
                <a:r>
                  <a:rPr lang="en-US" dirty="0" smtClean="0"/>
                  <a:t>:</a:t>
                </a:r>
              </a:p>
              <a:p>
                <a:r>
                  <a:rPr lang="en-US" dirty="0" smtClean="0"/>
                  <a:t>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 smtClean="0"/>
                  <a:t> are positive real numbers .</a:t>
                </a:r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31" y="2803897"/>
                <a:ext cx="6096000" cy="646331"/>
              </a:xfrm>
              <a:prstGeom prst="rect">
                <a:avLst/>
              </a:prstGeom>
              <a:blipFill>
                <a:blip r:embed="rId3"/>
                <a:stretch>
                  <a:fillRect l="-800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37309" y="3599102"/>
                <a:ext cx="6096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dirty="0" smtClean="0"/>
                  <a:t>If u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 smtClean="0"/>
                  <a:t> ) and v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 smtClean="0"/>
                  <a:t> ) are 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 smtClean="0"/>
                  <a:t> ,</a:t>
                </a:r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09" y="3599102"/>
                <a:ext cx="6096000" cy="646331"/>
              </a:xfrm>
              <a:prstGeom prst="rect">
                <a:avLst/>
              </a:prstGeom>
              <a:blipFill>
                <a:blip r:embed="rId4"/>
                <a:stretch>
                  <a:fillRect l="-900" t="-4717" r="-160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2506" y="3988258"/>
            <a:ext cx="3752850" cy="5143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37309" y="4634589"/>
                <a:ext cx="69277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c</a:t>
                </a:r>
                <a:r>
                  <a:rPr lang="en-US" smtClean="0"/>
                  <a:t>alled </a:t>
                </a:r>
                <a:r>
                  <a:rPr lang="en-US" dirty="0" smtClean="0"/>
                  <a:t>weighted Euclidean Inner product with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 smtClean="0"/>
                  <a:t>. </a:t>
                </a:r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09" y="4634589"/>
                <a:ext cx="6927730" cy="369332"/>
              </a:xfrm>
              <a:prstGeom prst="rect">
                <a:avLst/>
              </a:prstGeom>
              <a:blipFill>
                <a:blip r:embed="rId6"/>
                <a:stretch>
                  <a:fillRect l="-79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3853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571500"/>
            <a:ext cx="71628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91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817" y="226572"/>
            <a:ext cx="4772025" cy="447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59121" y="755593"/>
                <a:ext cx="6096000" cy="669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dirty="0" smtClean="0"/>
                  <a:t>Let </a:t>
                </a:r>
                <a:r>
                  <a:rPr lang="en-US" dirty="0"/>
                  <a:t>u and v be 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that are expressed in column form, and let 𝐴 be </a:t>
                </a:r>
                <a:r>
                  <a:rPr lang="en-US" dirty="0" smtClean="0"/>
                  <a:t>an </a:t>
                </a:r>
                <a:r>
                  <a:rPr lang="en-US" dirty="0"/>
                  <a:t>n × n matrix. 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21" y="755593"/>
                <a:ext cx="6096000" cy="669992"/>
              </a:xfrm>
              <a:prstGeom prst="rect">
                <a:avLst/>
              </a:prstGeom>
              <a:blipFill>
                <a:blip r:embed="rId3"/>
                <a:stretch>
                  <a:fillRect l="-900" t="-5455" r="-11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712" y="1506931"/>
            <a:ext cx="1485900" cy="333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634830" y="1488952"/>
                <a:ext cx="22795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𝐴𝑢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830" y="1488952"/>
                <a:ext cx="2279535" cy="369332"/>
              </a:xfrm>
              <a:prstGeom prst="rect">
                <a:avLst/>
              </a:prstGeom>
              <a:blipFill>
                <a:blip r:embed="rId5"/>
                <a:stretch>
                  <a:fillRect l="-213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59121" y="1840306"/>
                <a:ext cx="49947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It </a:t>
                </a:r>
                <a:r>
                  <a:rPr lang="en-US" dirty="0"/>
                  <a:t>is called the inner product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generated by 𝑨.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21" y="1840306"/>
                <a:ext cx="4994765" cy="369332"/>
              </a:xfrm>
              <a:prstGeom prst="rect">
                <a:avLst/>
              </a:prstGeom>
              <a:blipFill>
                <a:blip r:embed="rId6"/>
                <a:stretch>
                  <a:fillRect l="-1099" t="-13333" r="-24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22495" y="2219847"/>
                <a:ext cx="671163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For Euclidean inner product (or the standard inner product) on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95" y="2219847"/>
                <a:ext cx="6711636" cy="369332"/>
              </a:xfrm>
              <a:prstGeom prst="rect">
                <a:avLst/>
              </a:prstGeom>
              <a:blipFill>
                <a:blip r:embed="rId7"/>
                <a:stretch>
                  <a:fillRect l="-72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741" y="2543013"/>
            <a:ext cx="7354668" cy="425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109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799" y="1962904"/>
            <a:ext cx="709612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40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49" y="388639"/>
            <a:ext cx="7067550" cy="666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470" y="1219200"/>
            <a:ext cx="3028950" cy="762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66617" y="1981200"/>
            <a:ext cx="45955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⟨U, V⟩ : multiply corresponding entries and add</a:t>
            </a:r>
          </a:p>
          <a:p>
            <a:r>
              <a:rPr lang="en-US" dirty="0" smtClean="0"/>
              <a:t>⟨U, V⟩ =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135" y="2304365"/>
            <a:ext cx="2028825" cy="3333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060" y="2735561"/>
            <a:ext cx="1362075" cy="342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9724" y="2678411"/>
            <a:ext cx="1638300" cy="457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759" y="3336837"/>
            <a:ext cx="5419725" cy="9810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4857" y="4505946"/>
            <a:ext cx="657225" cy="1809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26845" y="4463358"/>
            <a:ext cx="2695575" cy="2952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4857" y="4758633"/>
            <a:ext cx="1314450" cy="7334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26155" y="4758633"/>
            <a:ext cx="2276475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61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0" y="1847850"/>
            <a:ext cx="71247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886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448" y="270942"/>
            <a:ext cx="7105650" cy="30575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448" y="3863860"/>
            <a:ext cx="555307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573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62" y="1814512"/>
            <a:ext cx="707707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796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96</Words>
  <Application>Microsoft Office PowerPoint</Application>
  <PresentationFormat>Widescreen</PresentationFormat>
  <Paragraphs>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13</cp:revision>
  <dcterms:created xsi:type="dcterms:W3CDTF">2025-11-17T05:56:29Z</dcterms:created>
  <dcterms:modified xsi:type="dcterms:W3CDTF">2025-11-17T09:57:38Z</dcterms:modified>
</cp:coreProperties>
</file>