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6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54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7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7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9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5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2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8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2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0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2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5AA9A-3360-4A08-ACBC-29DD840683C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F35E2-A496-4770-ABEB-945E18A14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3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1" y="116464"/>
            <a:ext cx="3305175" cy="695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31" y="931968"/>
            <a:ext cx="11103120" cy="30719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29517" y="4463580"/>
                <a:ext cx="1122607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u="sng" dirty="0" smtClean="0"/>
                  <a:t>Spanning Set: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in a vector space 𝑉, then set of all linear combination of the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is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denoted by span{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 smtClean="0"/>
                  <a:t>}=W is a subspace in V generated or spanned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17" y="4463580"/>
                <a:ext cx="11226078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543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03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259" y="914400"/>
            <a:ext cx="7353300" cy="439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1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27" y="0"/>
            <a:ext cx="10238509" cy="4000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428" y="3783157"/>
            <a:ext cx="7096125" cy="307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79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1593273"/>
            <a:ext cx="9905999" cy="313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943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436" y="166256"/>
            <a:ext cx="7453746" cy="66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127" y="255877"/>
            <a:ext cx="7523018" cy="19747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128" y="2230582"/>
            <a:ext cx="7523017" cy="425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6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37" y="1440873"/>
            <a:ext cx="9919854" cy="309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5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558" y="1094509"/>
            <a:ext cx="7926532" cy="338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62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327" y="651164"/>
            <a:ext cx="8174182" cy="554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8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55" y="193963"/>
            <a:ext cx="8589817" cy="64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0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18" y="1607128"/>
            <a:ext cx="9462655" cy="368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5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418" y="1828800"/>
            <a:ext cx="9337964" cy="279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20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COMPUTER WORLD</dc:creator>
  <cp:lastModifiedBy>COMPUTER WORLD</cp:lastModifiedBy>
  <cp:revision>6</cp:revision>
  <dcterms:created xsi:type="dcterms:W3CDTF">2025-10-12T06:22:39Z</dcterms:created>
  <dcterms:modified xsi:type="dcterms:W3CDTF">2025-10-12T06:36:27Z</dcterms:modified>
</cp:coreProperties>
</file>